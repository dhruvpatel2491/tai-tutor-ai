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1" r:id="rId4"/>
    <p:sldId id="264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/>
    <p:restoredTop sz="94639"/>
  </p:normalViewPr>
  <p:slideViewPr>
    <p:cSldViewPr snapToGrid="0" snapToObjects="1">
      <p:cViewPr varScale="1">
        <p:scale>
          <a:sx n="128" d="100"/>
          <a:sy n="128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FE1C-F717-4C4B-93B5-6F1D67979A2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6667-2E5D-DC4E-8E16-D106D5A7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15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FE1C-F717-4C4B-93B5-6F1D67979A2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6667-2E5D-DC4E-8E16-D106D5A7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0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FE1C-F717-4C4B-93B5-6F1D67979A2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6667-2E5D-DC4E-8E16-D106D5A7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27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FE1C-F717-4C4B-93B5-6F1D67979A2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6667-2E5D-DC4E-8E16-D106D5A7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3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FE1C-F717-4C4B-93B5-6F1D67979A2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6667-2E5D-DC4E-8E16-D106D5A7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98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FE1C-F717-4C4B-93B5-6F1D67979A2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6667-2E5D-DC4E-8E16-D106D5A7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47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FE1C-F717-4C4B-93B5-6F1D67979A2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6667-2E5D-DC4E-8E16-D106D5A7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56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FE1C-F717-4C4B-93B5-6F1D67979A2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6667-2E5D-DC4E-8E16-D106D5A7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6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FE1C-F717-4C4B-93B5-6F1D67979A2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6667-2E5D-DC4E-8E16-D106D5A7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0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FE1C-F717-4C4B-93B5-6F1D67979A2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6667-2E5D-DC4E-8E16-D106D5A7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24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FE1C-F717-4C4B-93B5-6F1D67979A2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86667-2E5D-DC4E-8E16-D106D5A7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3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1FE1C-F717-4C4B-93B5-6F1D67979A2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86667-2E5D-DC4E-8E16-D106D5A7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algorithms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23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Linear search</a:t>
            </a:r>
          </a:p>
          <a:p>
            <a:pPr lvl="1"/>
            <a:r>
              <a:rPr lang="en-US" dirty="0"/>
              <a:t>Search from the first item until the search item is found found or end of the array is reached. </a:t>
            </a:r>
          </a:p>
          <a:p>
            <a:pPr lvl="1"/>
            <a:r>
              <a:rPr lang="en-US" dirty="0"/>
              <a:t>Array doesn’t have to be sorted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Binary search in a sorted array</a:t>
            </a:r>
          </a:p>
          <a:p>
            <a:pPr lvl="1"/>
            <a:r>
              <a:rPr lang="en-US" dirty="0"/>
              <a:t>Compare the item in the middle with the search item. </a:t>
            </a:r>
          </a:p>
          <a:p>
            <a:pPr lvl="2"/>
            <a:r>
              <a:rPr lang="en-US" dirty="0"/>
              <a:t>If found STOP.</a:t>
            </a:r>
          </a:p>
          <a:p>
            <a:pPr lvl="2"/>
            <a:r>
              <a:rPr lang="en-US" dirty="0"/>
              <a:t>If item &gt; search item </a:t>
            </a:r>
          </a:p>
          <a:p>
            <a:pPr lvl="3"/>
            <a:r>
              <a:rPr lang="en-US" dirty="0"/>
              <a:t>Search in the first half of the array</a:t>
            </a:r>
          </a:p>
          <a:p>
            <a:pPr lvl="2"/>
            <a:r>
              <a:rPr lang="en-US" dirty="0"/>
              <a:t>else</a:t>
            </a:r>
          </a:p>
          <a:p>
            <a:pPr lvl="3"/>
            <a:r>
              <a:rPr lang="en-US" dirty="0"/>
              <a:t>Search in the last half of the array</a:t>
            </a:r>
          </a:p>
          <a:p>
            <a:pPr lvl="1"/>
            <a:r>
              <a:rPr lang="en-US" dirty="0"/>
              <a:t>Repeat until found or until the size of the array is less than or equal to 1. </a:t>
            </a:r>
          </a:p>
        </p:txBody>
      </p:sp>
    </p:spTree>
    <p:extLst>
      <p:ext uri="{BB962C8B-B14F-4D97-AF65-F5344CB8AC3E}">
        <p14:creationId xmlns:p14="http://schemas.microsoft.com/office/powerpoint/2010/main" val="627731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269" y="221487"/>
            <a:ext cx="10945761" cy="1087384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Linear search 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6201" y="2556927"/>
            <a:ext cx="8229600" cy="391428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Search item = 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Is A[0] == 4 No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Is A[1] == 4 No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Is A[2] == 4 No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Is A[3] == 4 Yes STOP return true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81401" y="1452509"/>
          <a:ext cx="4354285" cy="719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832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802193" y="1550483"/>
            <a:ext cx="445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179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Linear search pseudo-code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127"/>
          </a:xfrm>
        </p:spPr>
        <p:txBody>
          <a:bodyPr>
            <a:normAutofit lnSpcReduction="1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Inputs: array: A, size of the array: size, search item: value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index = 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WHILE (index &lt; size &amp;&amp; A[index] != value)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	index++;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ENDWHILE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IF (index &lt; size)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      return true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ELSE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     return false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ENDIF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05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algorithms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23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Linear search</a:t>
            </a:r>
          </a:p>
          <a:p>
            <a:pPr lvl="1"/>
            <a:r>
              <a:rPr lang="en-US" dirty="0"/>
              <a:t>Search from the first item until the search item is found found or end of the array is reached. </a:t>
            </a:r>
          </a:p>
          <a:p>
            <a:pPr lvl="1"/>
            <a:r>
              <a:rPr lang="en-US" dirty="0"/>
              <a:t>Array doesn’t have to be sorted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Binary search in a sorted array</a:t>
            </a:r>
          </a:p>
          <a:p>
            <a:pPr lvl="1"/>
            <a:r>
              <a:rPr lang="en-US" dirty="0"/>
              <a:t>Compare the item in the middle with the search item. </a:t>
            </a:r>
          </a:p>
          <a:p>
            <a:pPr lvl="2"/>
            <a:r>
              <a:rPr lang="en-US" dirty="0"/>
              <a:t>If found STOP.</a:t>
            </a:r>
          </a:p>
          <a:p>
            <a:pPr lvl="2"/>
            <a:r>
              <a:rPr lang="en-US" dirty="0"/>
              <a:t>If item &gt; search item </a:t>
            </a:r>
          </a:p>
          <a:p>
            <a:pPr lvl="3"/>
            <a:r>
              <a:rPr lang="en-US" dirty="0"/>
              <a:t>Search in the first half of the array</a:t>
            </a:r>
          </a:p>
          <a:p>
            <a:pPr lvl="2"/>
            <a:r>
              <a:rPr lang="en-US" dirty="0"/>
              <a:t>else</a:t>
            </a:r>
          </a:p>
          <a:p>
            <a:pPr lvl="3"/>
            <a:r>
              <a:rPr lang="en-US" dirty="0"/>
              <a:t>Search in the last half of the array</a:t>
            </a:r>
          </a:p>
          <a:p>
            <a:pPr lvl="1"/>
            <a:r>
              <a:rPr lang="en-US" dirty="0"/>
              <a:t>Repeat until found or until the size of the array is less than or equal to 1. </a:t>
            </a:r>
          </a:p>
        </p:txBody>
      </p:sp>
    </p:spTree>
    <p:extLst>
      <p:ext uri="{BB962C8B-B14F-4D97-AF65-F5344CB8AC3E}">
        <p14:creationId xmlns:p14="http://schemas.microsoft.com/office/powerpoint/2010/main" val="3008807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945761" cy="1087384"/>
          </a:xfrm>
        </p:spPr>
        <p:txBody>
          <a:bodyPr/>
          <a:lstStyle/>
          <a:p>
            <a:r>
              <a:rPr lang="en-US" dirty="0"/>
              <a:t>Binary search 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0810" y="2454706"/>
            <a:ext cx="10320003" cy="40386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Search item = 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1. Search in items with index (0 to 4)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index_middle</a:t>
            </a:r>
            <a:r>
              <a:rPr lang="en-US" dirty="0"/>
              <a:t> = (0 +4)/2 = 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Is A[</a:t>
            </a:r>
            <a:r>
              <a:rPr lang="en-US" dirty="0" err="1"/>
              <a:t>index_middle</a:t>
            </a:r>
            <a:r>
              <a:rPr lang="en-US" dirty="0"/>
              <a:t>] == 4 No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Is A[</a:t>
            </a:r>
            <a:r>
              <a:rPr lang="en-US" dirty="0" err="1"/>
              <a:t>index_middle</a:t>
            </a:r>
            <a:r>
              <a:rPr lang="en-US" dirty="0"/>
              <a:t>] &lt; 4 yes,  search in items with index (3,4)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2. </a:t>
            </a:r>
            <a:r>
              <a:rPr lang="en-US" dirty="0" err="1"/>
              <a:t>index_middle</a:t>
            </a:r>
            <a:r>
              <a:rPr lang="en-US" dirty="0"/>
              <a:t> = (3+4)/2 = 3;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Is A[</a:t>
            </a:r>
            <a:r>
              <a:rPr lang="en-US" dirty="0" err="1"/>
              <a:t>index_middle</a:t>
            </a:r>
            <a:r>
              <a:rPr lang="en-US" dirty="0"/>
              <a:t>] == 4 Yes, stop.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31330"/>
              </p:ext>
            </p:extLst>
          </p:nvPr>
        </p:nvGraphicFramePr>
        <p:xfrm>
          <a:off x="3581401" y="1452509"/>
          <a:ext cx="4354285" cy="719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832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953845"/>
              </p:ext>
            </p:extLst>
          </p:nvPr>
        </p:nvGraphicFramePr>
        <p:xfrm>
          <a:off x="6311079" y="3392129"/>
          <a:ext cx="4354285" cy="70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237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56345"/>
              </p:ext>
            </p:extLst>
          </p:nvPr>
        </p:nvGraphicFramePr>
        <p:xfrm>
          <a:off x="6426785" y="5365748"/>
          <a:ext cx="4354285" cy="719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832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812091" y="2535343"/>
            <a:ext cx="2845745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/>
              <a:t>Part of the search array</a:t>
            </a:r>
          </a:p>
        </p:txBody>
      </p:sp>
    </p:spTree>
    <p:extLst>
      <p:ext uri="{BB962C8B-B14F-4D97-AF65-F5344CB8AC3E}">
        <p14:creationId xmlns:p14="http://schemas.microsoft.com/office/powerpoint/2010/main" val="634958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717" y="0"/>
            <a:ext cx="10515600" cy="1325563"/>
          </a:xfrm>
        </p:spPr>
        <p:txBody>
          <a:bodyPr/>
          <a:lstStyle/>
          <a:p>
            <a:r>
              <a:rPr lang="en-US" dirty="0"/>
              <a:t>Binary search pseudo-code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579" y="1325563"/>
            <a:ext cx="11774214" cy="543910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Input parameters: sorted array A, size,  search value: value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Output: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boolean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true or false</a:t>
            </a:r>
          </a:p>
          <a:p>
            <a:pPr marL="0" indent="0">
              <a:buNone/>
            </a:pP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start_index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= 0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end_index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  = size-1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 WHILE (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start_index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&lt;=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end_index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)  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     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middle_index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= (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start_index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 +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end_index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)/2;	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 IF (A[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middle_index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] == value)	     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	return true     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 ELSEIF (A[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middle_index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] &gt; value) //look in the first half		 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	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end_index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middle_index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-1	 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 ELSE // look in the second half		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	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start_index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middle_index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+1	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 ENDIF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 ENDWHILE	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 return false</a:t>
            </a:r>
          </a:p>
        </p:txBody>
      </p:sp>
    </p:spTree>
    <p:extLst>
      <p:ext uri="{BB962C8B-B14F-4D97-AF65-F5344CB8AC3E}">
        <p14:creationId xmlns:p14="http://schemas.microsoft.com/office/powerpoint/2010/main" val="123606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comparisons between an array item and the search value are needed to determine that a search value is not in the array for an array size of 10:</a:t>
            </a:r>
          </a:p>
          <a:p>
            <a:endParaRPr lang="en-US" dirty="0"/>
          </a:p>
          <a:p>
            <a:pPr lvl="1"/>
            <a:r>
              <a:rPr lang="en-US" dirty="0"/>
              <a:t>Linear search: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Binary search:</a:t>
            </a:r>
          </a:p>
          <a:p>
            <a:endParaRPr lang="en-US" dirty="0"/>
          </a:p>
          <a:p>
            <a:r>
              <a:rPr lang="en-US" dirty="0"/>
              <a:t>What about for an array of size 1,000? Linear/Binary search</a:t>
            </a:r>
          </a:p>
        </p:txBody>
      </p:sp>
    </p:spTree>
    <p:extLst>
      <p:ext uri="{BB962C8B-B14F-4D97-AF65-F5344CB8AC3E}">
        <p14:creationId xmlns:p14="http://schemas.microsoft.com/office/powerpoint/2010/main" val="144032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3190</TotalTime>
  <Words>628</Words>
  <Application>Microsoft Macintosh PowerPoint</Application>
  <PresentationFormat>Widescreen</PresentationFormat>
  <Paragraphs>122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</vt:lpstr>
      <vt:lpstr>Office Theme</vt:lpstr>
      <vt:lpstr>Search algorithms</vt:lpstr>
      <vt:lpstr>Linear search  example</vt:lpstr>
      <vt:lpstr>Linear search pseudo-code</vt:lpstr>
      <vt:lpstr>Search algorithms</vt:lpstr>
      <vt:lpstr>Binary search  example</vt:lpstr>
      <vt:lpstr>Binary search pseudo-code</vt:lpstr>
      <vt:lpstr>Questions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</dc:title>
  <dc:creator>Simona Doboli</dc:creator>
  <cp:lastModifiedBy>Simona Doboli</cp:lastModifiedBy>
  <cp:revision>17</cp:revision>
  <dcterms:created xsi:type="dcterms:W3CDTF">2017-02-09T19:05:02Z</dcterms:created>
  <dcterms:modified xsi:type="dcterms:W3CDTF">2025-10-27T18:14:23Z</dcterms:modified>
</cp:coreProperties>
</file>