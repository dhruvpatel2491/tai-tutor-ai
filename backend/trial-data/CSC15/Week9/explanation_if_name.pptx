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/>
    <p:restoredTop sz="94678"/>
  </p:normalViewPr>
  <p:slideViewPr>
    <p:cSldViewPr snapToGrid="0">
      <p:cViewPr varScale="1">
        <p:scale>
          <a:sx n="95" d="100"/>
          <a:sy n="95" d="100"/>
        </p:scale>
        <p:origin x="20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3823-79FB-E4C4-5F9B-AC5F90CAD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B34F5-3B71-13EA-F81D-C2700007A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A04B7-0F21-9A86-CD1C-AFBBC3FC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8F46A-4F8F-7934-0250-9D515C02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FAFFA-9599-5F5C-BC8F-D1E72CC5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5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D56E-B05B-C1FF-313D-B8AC558D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F89E-3136-73A5-789A-501753E4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81D19-C72F-7D46-ED57-E8A5DF8D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5EF7B-91E5-8B91-8731-C8DC6AA1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DECBE-B6E1-5959-2B76-A1E8EEC6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8CAB-3391-15EA-5316-FD51AD60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A6FE-9083-89A6-B8E4-0C6B316ED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87F2-BBAB-CA55-80A4-5A23F846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2798D-D608-BB7D-C884-3B6263B0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D204-74DB-EACB-58E2-91737F6B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E224-AA16-5FF1-65CA-7FA6C299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1465-712D-8AD9-4CAC-ED89ED2D8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D8DEB-5A96-CD72-B9F3-A0E120A16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7E49B-6292-D80C-C835-9AB38295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10830-692F-A067-7685-347876CC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CD54A-637D-63B7-C03F-EE7C531F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7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97C6-7385-5830-D719-A50F9225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F7C4D-D30A-9CDE-7725-F98A920A5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7B465-8C0B-67BA-CBC9-780FB15B5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CF076-509B-F64D-288A-6C08C326D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CC7A0-F5F1-FF5A-4515-A05546404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61248-014B-79A2-42CF-B14C09FB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C0801-4C63-733D-FD88-C7C06BC4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834E3-266A-0D69-DC10-2E8EC62E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BD78-2BC4-3813-0BC9-9482627D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FB776-62D8-B995-895B-58ADE282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EA520-DF48-C1B0-ABE5-C96B919C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B0100-DB37-293A-94DD-39251BE9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2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28D45-4E17-1897-7CF0-EDF3C3B4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8AD0F-A90C-4480-CCBD-24F30F07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30950-8B1B-7715-2AB2-8908F736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EA9D-84D9-306F-8018-392DA436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1D44-D748-66AA-4A60-1E2D1A1E9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2C5EE-6E1E-7A1B-64A7-262E98076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FB4F1-E783-B5B9-C181-804B0959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4F803-A86C-539E-5399-DDE361D8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F9DD7-0487-27BE-BA60-EC7F5DBD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4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17CB-5543-4C47-9A05-E6FCD40F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6C5B8-36CB-D86A-2633-290F51118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E1EB-43D1-FAF0-A938-4B7929B45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7F445-6FE8-BB97-0378-401E29A9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99539-1A0A-0F3C-65BD-BB7AE352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534FD-8583-1BD2-EC36-F8DCF296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3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CFB4-F4EF-FC88-B84F-12F44B8E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8F2C9-36D5-9277-5275-D57F4C678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3632-D6A6-92E4-82D3-E543AE63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6D4DC-D175-B2E2-D836-5151DBB5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D5005-F9E0-72A2-4040-9C4AF597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6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0C303-CDDA-7847-3B88-7185549E3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AB9F2-90F1-4B37-EFC0-482F0F96D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70A27-4A96-3293-3272-3131F5E8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E555-4418-B328-141C-9A59CD55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74BD-9E7C-2AC2-3688-DD868F51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F93D-6B7A-7292-54AE-A3A54B38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820BB-3E12-581C-6BE5-31F8764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3A5F7-7918-0622-D587-9419CF626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6D4D8-3FE1-5B4F-8CC2-5E8D7FEEB7A9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33EB-19C7-77E0-8614-662585936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D4DD7-6A94-A0D8-93E5-674943B40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BBA26-C912-DC44-974A-2713B9199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5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3FEEB-9240-C3F6-C0D3-DDB60A23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324784"/>
            <a:ext cx="10515600" cy="1325563"/>
          </a:xfrm>
        </p:spPr>
        <p:txBody>
          <a:bodyPr/>
          <a:lstStyle/>
          <a:p>
            <a:r>
              <a:rPr lang="en-US" dirty="0"/>
              <a:t>Understanding if __name__ == ’__main__’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7A41FD-0D8D-4D4D-F4B4-89086B9A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796" y="1723782"/>
            <a:ext cx="4330593" cy="1774344"/>
          </a:xfrm>
          <a:ln w="254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&gt;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__main__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CSC15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6EDEF-C683-25EC-01DE-FC93341EDEC5}"/>
              </a:ext>
            </a:extLst>
          </p:cNvPr>
          <p:cNvSpPr txBox="1"/>
          <p:nvPr/>
        </p:nvSpPr>
        <p:spPr>
          <a:xfrm>
            <a:off x="591670" y="1680341"/>
            <a:ext cx="5930154" cy="332398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(name):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f"Hello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{name}!")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__name__ == "__main__":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type(__name__)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7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3FEEB-9240-C3F6-C0D3-DDB60A23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324784"/>
            <a:ext cx="10515600" cy="1325563"/>
          </a:xfrm>
        </p:spPr>
        <p:txBody>
          <a:bodyPr/>
          <a:lstStyle/>
          <a:p>
            <a:r>
              <a:rPr lang="en-US" dirty="0"/>
              <a:t>Understanding if __name__ == ’__main__’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7A41FD-0D8D-4D4D-F4B4-89086B9A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608" y="1650347"/>
            <a:ext cx="4330593" cy="1774344"/>
          </a:xfrm>
          <a:ln w="254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&gt;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__main__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CSC15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6EDEF-C683-25EC-01DE-FC93341EDEC5}"/>
              </a:ext>
            </a:extLst>
          </p:cNvPr>
          <p:cNvSpPr txBox="1"/>
          <p:nvPr/>
        </p:nvSpPr>
        <p:spPr>
          <a:xfrm>
            <a:off x="685799" y="1559665"/>
            <a:ext cx="5970495" cy="332398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(name):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f"Hello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{name}!")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__name__ == "__main__":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type(__name__)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1D2ABA-0666-7A34-3FDF-8848554E432F}"/>
              </a:ext>
            </a:extLst>
          </p:cNvPr>
          <p:cNvSpPr txBox="1"/>
          <p:nvPr/>
        </p:nvSpPr>
        <p:spPr>
          <a:xfrm>
            <a:off x="131070" y="4996003"/>
            <a:ext cx="12060930" cy="1692771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What is happening:</a:t>
            </a:r>
          </a:p>
          <a:p>
            <a:endParaRPr lang="en-US" sz="2600" dirty="0"/>
          </a:p>
          <a:p>
            <a:pPr marL="457200" indent="-457200">
              <a:buAutoNum type="arabicPeriod"/>
            </a:pPr>
            <a:r>
              <a:rPr lang="en-US" sz="2600" dirty="0"/>
              <a:t>Python gives the </a:t>
            </a:r>
            <a:r>
              <a:rPr lang="en-US" sz="2600" dirty="0">
                <a:solidFill>
                  <a:srgbClr val="FF0000"/>
                </a:solidFill>
              </a:rPr>
              <a:t>__main__ name </a:t>
            </a:r>
            <a:r>
              <a:rPr lang="en-US" sz="2600" dirty="0"/>
              <a:t>to the program it runs with: python </a:t>
            </a:r>
            <a:r>
              <a:rPr lang="en-US" sz="2600" dirty="0" err="1">
                <a:solidFill>
                  <a:srgbClr val="FF0000"/>
                </a:solidFill>
              </a:rPr>
              <a:t>file_name.py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600" dirty="0">
                <a:solidFill>
                  <a:srgbClr val="FF0000"/>
                </a:solidFill>
              </a:rPr>
              <a:t>Runs the code inside the if statement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20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3FEEB-9240-C3F6-C0D3-DDB60A23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324784"/>
            <a:ext cx="10515600" cy="1325563"/>
          </a:xfrm>
        </p:spPr>
        <p:txBody>
          <a:bodyPr/>
          <a:lstStyle/>
          <a:p>
            <a:r>
              <a:rPr lang="en-US" dirty="0"/>
              <a:t>Understanding if __name__ == ’__main__’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7A41FD-0D8D-4D4D-F4B4-89086B9A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564" y="4394420"/>
            <a:ext cx="5486401" cy="1626467"/>
          </a:xfrm>
          <a:ln w="254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&gt;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my_program.py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__main__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CSC15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6EDEF-C683-25EC-01DE-FC93341EDEC5}"/>
              </a:ext>
            </a:extLst>
          </p:cNvPr>
          <p:cNvSpPr txBox="1"/>
          <p:nvPr/>
        </p:nvSpPr>
        <p:spPr>
          <a:xfrm>
            <a:off x="215152" y="1650346"/>
            <a:ext cx="5741895" cy="31233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(name):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f"Hello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{name}!")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__name__ == "__main__":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type(__name__)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53ECF-E857-7E32-BEEF-DC160087F109}"/>
              </a:ext>
            </a:extLst>
          </p:cNvPr>
          <p:cNvSpPr txBox="1"/>
          <p:nvPr/>
        </p:nvSpPr>
        <p:spPr>
          <a:xfrm>
            <a:off x="6333564" y="1729722"/>
            <a:ext cx="5405718" cy="25853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my_program.py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#import functions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type(__name__)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3FEEB-9240-C3F6-C0D3-DDB60A23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324784"/>
            <a:ext cx="10515600" cy="1325563"/>
          </a:xfrm>
        </p:spPr>
        <p:txBody>
          <a:bodyPr/>
          <a:lstStyle/>
          <a:p>
            <a:r>
              <a:rPr lang="en-US" dirty="0"/>
              <a:t>Understanding if __name__ == ’__main__’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7A41FD-0D8D-4D4D-F4B4-89086B9A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1429" y="4165177"/>
            <a:ext cx="4509568" cy="1458115"/>
          </a:xfrm>
          <a:ln w="254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&gt;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my_program.py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__main__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CSC15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6EDEF-C683-25EC-01DE-FC93341EDEC5}"/>
              </a:ext>
            </a:extLst>
          </p:cNvPr>
          <p:cNvSpPr txBox="1"/>
          <p:nvPr/>
        </p:nvSpPr>
        <p:spPr>
          <a:xfrm>
            <a:off x="237944" y="1453493"/>
            <a:ext cx="5741895" cy="31233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functions.py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(name):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f"Hello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{name}!")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__name__ == "__main__":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type(__name__)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53ECF-E857-7E32-BEEF-DC160087F109}"/>
              </a:ext>
            </a:extLst>
          </p:cNvPr>
          <p:cNvSpPr txBox="1"/>
          <p:nvPr/>
        </p:nvSpPr>
        <p:spPr>
          <a:xfrm>
            <a:off x="6705279" y="1453493"/>
            <a:ext cx="5405718" cy="25853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called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my_program.py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#import functions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type(__name__)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functions.my_func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("CSC15 student")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24BB1-B839-90E1-6E23-EC6D98D9AF30}"/>
              </a:ext>
            </a:extLst>
          </p:cNvPr>
          <p:cNvSpPr txBox="1"/>
          <p:nvPr/>
        </p:nvSpPr>
        <p:spPr>
          <a:xfrm>
            <a:off x="237944" y="4659120"/>
            <a:ext cx="7192776" cy="2092881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What is happening:</a:t>
            </a:r>
          </a:p>
          <a:p>
            <a:endParaRPr lang="en-US" sz="2600" dirty="0"/>
          </a:p>
          <a:p>
            <a:pPr marL="457200" indent="-457200">
              <a:buAutoNum type="arabicPeriod"/>
            </a:pPr>
            <a:r>
              <a:rPr lang="en-US" sz="2600" dirty="0"/>
              <a:t>Python gives the </a:t>
            </a:r>
            <a:r>
              <a:rPr lang="en-US" sz="2600" dirty="0">
                <a:solidFill>
                  <a:srgbClr val="FF0000"/>
                </a:solidFill>
              </a:rPr>
              <a:t>__main__ name </a:t>
            </a:r>
            <a:r>
              <a:rPr lang="en-US" sz="2600" dirty="0"/>
              <a:t>to the program it runs with python </a:t>
            </a:r>
            <a:r>
              <a:rPr lang="en-US" sz="2600" dirty="0" err="1">
                <a:solidFill>
                  <a:srgbClr val="FF0000"/>
                </a:solidFill>
              </a:rPr>
              <a:t>file_name.py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600" dirty="0">
                <a:solidFill>
                  <a:srgbClr val="FF0000"/>
                </a:solidFill>
              </a:rPr>
              <a:t>Does not run the code inside the if statement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42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381</Words>
  <Application>Microsoft Macintosh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Theme</vt:lpstr>
      <vt:lpstr>Understanding if __name__ == ’__main__’</vt:lpstr>
      <vt:lpstr>Understanding if __name__ == ’__main__’</vt:lpstr>
      <vt:lpstr>Understanding if __name__ == ’__main__’</vt:lpstr>
      <vt:lpstr>Understanding if __name__ == ’__main__’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2</cp:revision>
  <dcterms:created xsi:type="dcterms:W3CDTF">2025-10-28T21:19:51Z</dcterms:created>
  <dcterms:modified xsi:type="dcterms:W3CDTF">2025-10-28T21:45:25Z</dcterms:modified>
</cp:coreProperties>
</file>