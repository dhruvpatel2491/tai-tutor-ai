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0" r:id="rId1"/>
  </p:sldMasterIdLst>
  <p:notesMasterIdLst>
    <p:notesMasterId r:id="rId15"/>
  </p:notesMasterIdLst>
  <p:sldIdLst>
    <p:sldId id="257" r:id="rId2"/>
    <p:sldId id="258" r:id="rId3"/>
    <p:sldId id="260" r:id="rId4"/>
    <p:sldId id="261" r:id="rId5"/>
    <p:sldId id="267" r:id="rId6"/>
    <p:sldId id="268" r:id="rId7"/>
    <p:sldId id="269" r:id="rId8"/>
    <p:sldId id="270" r:id="rId9"/>
    <p:sldId id="271" r:id="rId10"/>
    <p:sldId id="272" r:id="rId11"/>
    <p:sldId id="274" r:id="rId12"/>
    <p:sldId id="275" r:id="rId13"/>
    <p:sldId id="27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4"/>
    <p:restoredTop sz="94663"/>
  </p:normalViewPr>
  <p:slideViewPr>
    <p:cSldViewPr snapToGrid="0">
      <p:cViewPr>
        <p:scale>
          <a:sx n="116" d="100"/>
          <a:sy n="116" d="100"/>
        </p:scale>
        <p:origin x="108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C0A2FC-17C7-BC40-BC7F-781CCBA1D82B}" type="datetimeFigureOut">
              <a:rPr lang="en-US" smtClean="0"/>
              <a:t>10/1/25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DE45C-804B-4641-B785-6F4C01014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60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28FA71-3A18-48C0-980F-4B68F7F63042}" type="datetime1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90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7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01EA198-6CAB-4B8F-B93F-1F9C8C4B6CE7}" type="datetime1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20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59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49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320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21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13DFAE3-14DB-48A7-A80F-80DDB072CE3D}" type="datetime1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29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362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08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CF0EC4B-54ED-4041-B552-9BA760FA3DBA}" type="datetime1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478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7F45AC6-C491-4585-A584-9CE2AF7D5500}" type="datetime1">
              <a:rPr lang="en-US" smtClean="0"/>
              <a:t>10/1/25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58558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281458-1B02-AA4B-FDA2-661BEDA2F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01143" y="1005839"/>
            <a:ext cx="6939304" cy="4805025"/>
          </a:xfrm>
        </p:spPr>
        <p:txBody>
          <a:bodyPr anchor="ctr">
            <a:normAutofit/>
          </a:bodyPr>
          <a:lstStyle/>
          <a:p>
            <a:r>
              <a:rPr lang="en-US" sz="6000" dirty="0">
                <a:solidFill>
                  <a:schemeClr val="tx2"/>
                </a:solidFill>
              </a:rPr>
              <a:t>Week 5: Nested loops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DC871D-6B0E-51EC-D0D3-79B6975CE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8267" y="1009397"/>
            <a:ext cx="3078342" cy="4801468"/>
          </a:xfrm>
        </p:spPr>
        <p:txBody>
          <a:bodyPr anchor="ctr">
            <a:normAutofit/>
          </a:bodyPr>
          <a:lstStyle/>
          <a:p>
            <a:pPr algn="ctr"/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161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9236700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Nested loops</a:t>
            </a:r>
            <a:endParaRPr lang="he-IL" altLang="en-US" sz="54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808638" y="1912883"/>
            <a:ext cx="10143668" cy="4558187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600" dirty="0"/>
              <a:t>What are nested loops?</a:t>
            </a:r>
          </a:p>
          <a:p>
            <a:pPr eaLnBrk="1" hangingPunct="1"/>
            <a:r>
              <a:rPr lang="en-US" altLang="en-US" sz="2600" dirty="0"/>
              <a:t>How do they work?</a:t>
            </a:r>
          </a:p>
          <a:p>
            <a:pPr eaLnBrk="1" hangingPunct="1"/>
            <a:r>
              <a:rPr lang="en-US" altLang="en-US" sz="2600" dirty="0"/>
              <a:t>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9236700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What are nested Loops?</a:t>
            </a:r>
            <a:endParaRPr lang="he-IL" altLang="en-US" sz="54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808638" y="1912883"/>
            <a:ext cx="10143668" cy="4558187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400" b="1" dirty="0">
                <a:solidFill>
                  <a:srgbClr val="FF0000"/>
                </a:solidFill>
              </a:rPr>
              <a:t>A loop within another loop</a:t>
            </a:r>
          </a:p>
          <a:p>
            <a:pPr eaLnBrk="1" hangingPunct="1"/>
            <a:endParaRPr lang="en-US" altLang="en-US" sz="2400" dirty="0"/>
          </a:p>
          <a:p>
            <a:pPr eaLnBrk="1" hangingPunct="1"/>
            <a:r>
              <a:rPr lang="en-US" altLang="en-US" sz="2400" dirty="0"/>
              <a:t>For each parking lot P:</a:t>
            </a:r>
          </a:p>
          <a:p>
            <a:pPr lvl="1"/>
            <a:r>
              <a:rPr lang="en-US" altLang="en-US" sz="2200" dirty="0"/>
              <a:t>For each parking spot S in lot P:</a:t>
            </a:r>
          </a:p>
          <a:p>
            <a:pPr lvl="2"/>
            <a:r>
              <a:rPr lang="en-US" altLang="en-US" sz="2000" dirty="0"/>
              <a:t>If S is free:</a:t>
            </a:r>
          </a:p>
          <a:p>
            <a:pPr lvl="3"/>
            <a:r>
              <a:rPr lang="en-US" altLang="en-US" sz="1800" dirty="0"/>
              <a:t>Print (S)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EE1E6F-D66D-FF28-5778-AC8D8B9F4F0E}"/>
              </a:ext>
            </a:extLst>
          </p:cNvPr>
          <p:cNvSpPr txBox="1"/>
          <p:nvPr/>
        </p:nvSpPr>
        <p:spPr>
          <a:xfrm>
            <a:off x="5880472" y="2813920"/>
            <a:ext cx="5804263" cy="3262432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Change it to print the number of free spots in each parking lot: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092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10778116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How Do nested loops work</a:t>
            </a:r>
            <a:endParaRPr lang="he-IL" alt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F0FB2-C322-41A4-CA84-8CECE455865F}"/>
              </a:ext>
            </a:extLst>
          </p:cNvPr>
          <p:cNvSpPr txBox="1"/>
          <p:nvPr/>
        </p:nvSpPr>
        <p:spPr>
          <a:xfrm>
            <a:off x="1332412" y="2124347"/>
            <a:ext cx="7942217" cy="415498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range(1, 3):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j in range(1, 3):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j, end="\t")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print()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</a:t>
            </a: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807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10778116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How Do nested loops work</a:t>
            </a:r>
            <a:endParaRPr lang="he-IL" alt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F0FB2-C322-41A4-CA84-8CECE455865F}"/>
              </a:ext>
            </a:extLst>
          </p:cNvPr>
          <p:cNvSpPr txBox="1"/>
          <p:nvPr/>
        </p:nvSpPr>
        <p:spPr>
          <a:xfrm>
            <a:off x="1332412" y="2124347"/>
            <a:ext cx="7942217" cy="415498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range(1, 6):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j in range(1, 6):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*j, end="\t")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print()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</a:t>
            </a: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4520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10778116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How Do nested loops work</a:t>
            </a:r>
            <a:endParaRPr lang="he-IL" alt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F0FB2-C322-41A4-CA84-8CECE455865F}"/>
              </a:ext>
            </a:extLst>
          </p:cNvPr>
          <p:cNvSpPr txBox="1"/>
          <p:nvPr/>
        </p:nvSpPr>
        <p:spPr>
          <a:xfrm>
            <a:off x="1332412" y="2124347"/>
            <a:ext cx="7942217" cy="415498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range(5):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j in range(5):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print("*", end=" ")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print()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</a:t>
            </a: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557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10778116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How do nested loops work</a:t>
            </a:r>
            <a:endParaRPr lang="he-IL" alt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F0FB2-C322-41A4-CA84-8CECE455865F}"/>
              </a:ext>
            </a:extLst>
          </p:cNvPr>
          <p:cNvSpPr txBox="1"/>
          <p:nvPr/>
        </p:nvSpPr>
        <p:spPr>
          <a:xfrm>
            <a:off x="1332412" y="2124347"/>
            <a:ext cx="7942217" cy="415498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range(5):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j in range(i+1):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print("*", end=" ")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print()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</a:t>
            </a: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533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10778116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How Do nested loops work</a:t>
            </a:r>
            <a:endParaRPr lang="he-IL" alt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F0FB2-C322-41A4-CA84-8CECE455865F}"/>
              </a:ext>
            </a:extLst>
          </p:cNvPr>
          <p:cNvSpPr txBox="1"/>
          <p:nvPr/>
        </p:nvSpPr>
        <p:spPr>
          <a:xfrm>
            <a:off x="1593670" y="2032906"/>
            <a:ext cx="8033656" cy="466833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range(8):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j in range(8):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+ j) % 2 == 0: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print("⬜", end=" ")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else: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print("⬛", end=" ")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print()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</a:t>
            </a: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895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10778116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How do nested loops work</a:t>
            </a:r>
            <a:endParaRPr lang="he-IL" alt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F0FB2-C322-41A4-CA84-8CECE455865F}"/>
              </a:ext>
            </a:extLst>
          </p:cNvPr>
          <p:cNvSpPr txBox="1"/>
          <p:nvPr/>
        </p:nvSpPr>
        <p:spPr>
          <a:xfrm>
            <a:off x="1593670" y="2032906"/>
            <a:ext cx="8033656" cy="584775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colors = ["red", "blue", "green"]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objects = ["car", "ball"]</a:t>
            </a: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for color in colors: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obj in objects: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print(color, obj)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color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red car 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red ball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blue car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blue ball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green car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green ball</a:t>
            </a: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2564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10778116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Example nested loops</a:t>
            </a:r>
            <a:endParaRPr lang="he-IL" alt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F0FB2-C322-41A4-CA84-8CECE455865F}"/>
              </a:ext>
            </a:extLst>
          </p:cNvPr>
          <p:cNvSpPr txBox="1"/>
          <p:nvPr/>
        </p:nvSpPr>
        <p:spPr>
          <a:xfrm>
            <a:off x="583263" y="2530636"/>
            <a:ext cx="10345784" cy="412420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char_not_unique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""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(str)):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is_unique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True # assume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ith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character is unique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j in range(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(str)):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!= j and str[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 == str[j]: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if str[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 not in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char_not_unique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print(f"{str[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]} is not unique")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char_not_unique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+= str[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is_unique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False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break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if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is_unique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    print(f"{str[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]} is unique") </a:t>
            </a: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DA62ED-2392-5A36-3CBC-E31FB9C41AE6}"/>
              </a:ext>
            </a:extLst>
          </p:cNvPr>
          <p:cNvSpPr txBox="1"/>
          <p:nvPr/>
        </p:nvSpPr>
        <p:spPr>
          <a:xfrm>
            <a:off x="418009" y="1761195"/>
            <a:ext cx="8255727" cy="76944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Problem:  Given a string, print the characters that appear only once. </a:t>
            </a:r>
          </a:p>
          <a:p>
            <a:r>
              <a:rPr lang="en-US" sz="2200" dirty="0"/>
              <a:t>		   Or given a list, print the items that appear only once. </a:t>
            </a:r>
          </a:p>
        </p:txBody>
      </p:sp>
    </p:spTree>
    <p:extLst>
      <p:ext uri="{BB962C8B-B14F-4D97-AF65-F5344CB8AC3E}">
        <p14:creationId xmlns:p14="http://schemas.microsoft.com/office/powerpoint/2010/main" val="4172456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10778116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Example nested loops</a:t>
            </a:r>
            <a:endParaRPr lang="he-IL" alt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F0FB2-C322-41A4-CA84-8CECE455865F}"/>
              </a:ext>
            </a:extLst>
          </p:cNvPr>
          <p:cNvSpPr txBox="1"/>
          <p:nvPr/>
        </p:nvSpPr>
        <p:spPr>
          <a:xfrm>
            <a:off x="418010" y="3092496"/>
            <a:ext cx="10345784" cy="347787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</a:t>
            </a: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DA62ED-2392-5A36-3CBC-E31FB9C41AE6}"/>
              </a:ext>
            </a:extLst>
          </p:cNvPr>
          <p:cNvSpPr txBox="1"/>
          <p:nvPr/>
        </p:nvSpPr>
        <p:spPr>
          <a:xfrm>
            <a:off x="418009" y="1964856"/>
            <a:ext cx="8255727" cy="430887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Problem: Print a right-angled triangle  (aligned to the right side)</a:t>
            </a:r>
          </a:p>
        </p:txBody>
      </p:sp>
    </p:spTree>
    <p:extLst>
      <p:ext uri="{BB962C8B-B14F-4D97-AF65-F5344CB8AC3E}">
        <p14:creationId xmlns:p14="http://schemas.microsoft.com/office/powerpoint/2010/main" val="128965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10778116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Example nested loops</a:t>
            </a:r>
            <a:endParaRPr lang="he-IL" alt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F0FB2-C322-41A4-CA84-8CECE455865F}"/>
              </a:ext>
            </a:extLst>
          </p:cNvPr>
          <p:cNvSpPr txBox="1"/>
          <p:nvPr/>
        </p:nvSpPr>
        <p:spPr>
          <a:xfrm>
            <a:off x="418008" y="2579906"/>
            <a:ext cx="8255727" cy="4278094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str1 = "loop" # input()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str2 = "pool" # input()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(str1) !=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(str2):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print("Not anagrams")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exit(0)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index_found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"”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is_anagram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True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in range(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(str1)):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found = False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j in range(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(str2)):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   if str1[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== str2[j] and str(j) not in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index_found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found = True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index_found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+= str(j)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break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if not found: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is_anagram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False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break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DA62ED-2392-5A36-3CBC-E31FB9C41AE6}"/>
              </a:ext>
            </a:extLst>
          </p:cNvPr>
          <p:cNvSpPr txBox="1"/>
          <p:nvPr/>
        </p:nvSpPr>
        <p:spPr>
          <a:xfrm>
            <a:off x="418008" y="1770368"/>
            <a:ext cx="8255727" cy="769441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/>
              <a:t>Problem: Find if two strings (words) are anagrams of each other (same characters, but different order)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C1EB71-9565-78FD-5145-45086E4131CD}"/>
              </a:ext>
            </a:extLst>
          </p:cNvPr>
          <p:cNvSpPr txBox="1"/>
          <p:nvPr/>
        </p:nvSpPr>
        <p:spPr>
          <a:xfrm>
            <a:off x="8673736" y="2717763"/>
            <a:ext cx="3213464" cy="132343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is_anagram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print(“Anagram”)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print(”not an anagram”)</a:t>
            </a:r>
          </a:p>
        </p:txBody>
      </p:sp>
    </p:spTree>
    <p:extLst>
      <p:ext uri="{BB962C8B-B14F-4D97-AF65-F5344CB8AC3E}">
        <p14:creationId xmlns:p14="http://schemas.microsoft.com/office/powerpoint/2010/main" val="293276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>
          <a:xfrm>
            <a:off x="808638" y="683172"/>
            <a:ext cx="9236700" cy="892708"/>
          </a:xfrm>
        </p:spPr>
        <p:txBody>
          <a:bodyPr anchor="b">
            <a:normAutofit fontScale="90000"/>
          </a:bodyPr>
          <a:lstStyle/>
          <a:p>
            <a:pPr eaLnBrk="1" hangingPunct="1"/>
            <a:r>
              <a:rPr lang="en-US" altLang="en-US" sz="5400" dirty="0"/>
              <a:t>Nested loops</a:t>
            </a:r>
            <a:endParaRPr lang="he-IL" altLang="en-US" sz="5400" dirty="0"/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808638" y="1912883"/>
            <a:ext cx="10143668" cy="4558187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US" altLang="en-US" sz="2600" dirty="0"/>
              <a:t>What are nested loops?</a:t>
            </a:r>
          </a:p>
          <a:p>
            <a:pPr eaLnBrk="1" hangingPunct="1"/>
            <a:r>
              <a:rPr lang="en-US" altLang="en-US" sz="2600" dirty="0"/>
              <a:t>How do they work?</a:t>
            </a:r>
          </a:p>
          <a:p>
            <a:pPr eaLnBrk="1" hangingPunct="1"/>
            <a:r>
              <a:rPr lang="en-US" altLang="en-US" sz="260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208305721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7843</TotalTime>
  <Words>674</Words>
  <Application>Microsoft Macintosh PowerPoint</Application>
  <PresentationFormat>Widescreen</PresentationFormat>
  <Paragraphs>145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Courier New</vt:lpstr>
      <vt:lpstr>Gill Sans MT</vt:lpstr>
      <vt:lpstr>Wingdings 2</vt:lpstr>
      <vt:lpstr>Dividend</vt:lpstr>
      <vt:lpstr>Week 5: Nested loops</vt:lpstr>
      <vt:lpstr>Nested loops</vt:lpstr>
      <vt:lpstr>What are nested Loops?</vt:lpstr>
      <vt:lpstr>How Do nested loops work</vt:lpstr>
      <vt:lpstr>How Do nested loops work</vt:lpstr>
      <vt:lpstr>How Do nested loops work</vt:lpstr>
      <vt:lpstr>How do nested loops work</vt:lpstr>
      <vt:lpstr>How Do nested loops work</vt:lpstr>
      <vt:lpstr>How do nested loops work</vt:lpstr>
      <vt:lpstr>Example nested loops</vt:lpstr>
      <vt:lpstr>Example nested loops</vt:lpstr>
      <vt:lpstr>Example nested loops</vt:lpstr>
      <vt:lpstr>Nested loops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Simona Doboli</dc:creator>
  <cp:lastModifiedBy>Simona Doboli</cp:lastModifiedBy>
  <cp:revision>7</cp:revision>
  <cp:lastPrinted>2025-09-22T14:32:14Z</cp:lastPrinted>
  <dcterms:created xsi:type="dcterms:W3CDTF">2025-09-18T14:29:41Z</dcterms:created>
  <dcterms:modified xsi:type="dcterms:W3CDTF">2025-10-01T20:35:05Z</dcterms:modified>
</cp:coreProperties>
</file>