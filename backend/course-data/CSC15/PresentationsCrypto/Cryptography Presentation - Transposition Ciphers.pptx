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22" Type="http://schemas.openxmlformats.org/officeDocument/2006/relationships/font" Target="fonts/Merriweather-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bc84bc96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bc84bc9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bc84bc96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bc84bc96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bc84bc96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bc84bc96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bc84bc96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bc84bc96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bc84bc96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bc84bc96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bc84bc96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bc84bc96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c5cb1a41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c5cb1a41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c5cb1a41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c5cb1a41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bc84bc96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bc84bc96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eeksforgeeks.org/computer-networks/transposition-cipher-techniques-in-cryptography/" TargetMode="External"/><Relationship Id="rId4" Type="http://schemas.openxmlformats.org/officeDocument/2006/relationships/hyperlink" Target="https://www.ibm.com/think/topics/cryptography-history" TargetMode="External"/><Relationship Id="rId5" Type="http://schemas.openxmlformats.org/officeDocument/2006/relationships/hyperlink" Target="https://www.tutorialspoint.com/cryptography/cryptography_columnar_transposition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8" y="5998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Transposition Ciphers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Pavleen Kaur</a:t>
            </a:r>
            <a:endParaRPr/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00" y="3390800"/>
            <a:ext cx="3921925" cy="164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Transposition Ciphers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Transposition ciphers are a </a:t>
            </a:r>
            <a:r>
              <a:rPr lang="en">
                <a:solidFill>
                  <a:schemeClr val="dk1"/>
                </a:solidFill>
              </a:rPr>
              <a:t>essential</a:t>
            </a:r>
            <a:r>
              <a:rPr lang="en">
                <a:solidFill>
                  <a:schemeClr val="dk1"/>
                </a:solidFill>
              </a:rPr>
              <a:t> aspect of cryptography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This is a way of hiding data by shifting their position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This creates a new word, the </a:t>
            </a:r>
            <a:r>
              <a:rPr b="1" lang="en">
                <a:solidFill>
                  <a:schemeClr val="dk1"/>
                </a:solidFill>
              </a:rPr>
              <a:t>ciphertext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1725" y="2675650"/>
            <a:ext cx="4380201" cy="237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were Ciphers used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Ciphers originally began being used during the Middle Ages </a:t>
            </a:r>
            <a:r>
              <a:rPr lang="en">
                <a:solidFill>
                  <a:schemeClr val="dk1"/>
                </a:solidFill>
              </a:rPr>
              <a:t>continuing</a:t>
            </a:r>
            <a:r>
              <a:rPr lang="en">
                <a:solidFill>
                  <a:schemeClr val="dk1"/>
                </a:solidFill>
              </a:rPr>
              <a:t> through </a:t>
            </a:r>
            <a:r>
              <a:rPr lang="en">
                <a:solidFill>
                  <a:schemeClr val="dk1"/>
                </a:solidFill>
              </a:rPr>
              <a:t>WWll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They were often used in military and political </a:t>
            </a:r>
            <a:r>
              <a:rPr lang="en">
                <a:solidFill>
                  <a:schemeClr val="dk1"/>
                </a:solidFill>
              </a:rPr>
              <a:t>practices</a:t>
            </a:r>
            <a:r>
              <a:rPr lang="en">
                <a:solidFill>
                  <a:schemeClr val="dk1"/>
                </a:solidFill>
              </a:rPr>
              <a:t> to keep communications private and secured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0575" y="2979288"/>
            <a:ext cx="2857500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 the purpose of these Ciphers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During wartime they </a:t>
            </a:r>
            <a:r>
              <a:rPr lang="en">
                <a:solidFill>
                  <a:schemeClr val="dk1"/>
                </a:solidFill>
              </a:rPr>
              <a:t>would encrypt messages to send them to one another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This would avoid the opposing side from receiving information about strategies they had to attack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275" y="2319775"/>
            <a:ext cx="3119175" cy="250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Rail Fence Transposition Cipher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This is one of the simplest ciphering methods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You write the text in </a:t>
            </a:r>
            <a:r>
              <a:rPr lang="en">
                <a:solidFill>
                  <a:schemeClr val="dk1"/>
                </a:solidFill>
              </a:rPr>
              <a:t>diagonal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chemeClr val="dk1"/>
                </a:solidFill>
              </a:rPr>
              <a:t>format which encrypts it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To read it properly, you must follow the words in a zigzag pattern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14944" l="0" r="0" t="0"/>
          <a:stretch/>
        </p:blipFill>
        <p:spPr>
          <a:xfrm>
            <a:off x="2924750" y="3036700"/>
            <a:ext cx="5972175" cy="147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Block (Single Columnar) Transposition Cipher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For this ciphering method you write the text out into rows and columns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Then you read the text column by column which creates the encryption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A keyword is given for the number of rows to help decrypt the message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7613" y="2777313"/>
            <a:ext cx="2066925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Double Columnar Transposition Cipher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The point of this ciphering method is to encrypt the message twice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This follows the same procedure as Block</a:t>
            </a:r>
            <a:r>
              <a:rPr lang="en">
                <a:solidFill>
                  <a:schemeClr val="dk1"/>
                </a:solidFill>
              </a:rPr>
              <a:t> ciphering but you use the first keyword to decrypt the message again to reveal the message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5975" y="2827300"/>
            <a:ext cx="2701800" cy="215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Downsides of Ciphers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People </a:t>
            </a:r>
            <a:r>
              <a:rPr lang="en">
                <a:solidFill>
                  <a:schemeClr val="dk1"/>
                </a:solidFill>
              </a:rPr>
              <a:t>would</a:t>
            </a:r>
            <a:r>
              <a:rPr lang="en">
                <a:solidFill>
                  <a:schemeClr val="dk1"/>
                </a:solidFill>
              </a:rPr>
              <a:t> often decrypt message as a form of attacking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There was also a high risk of errors in the messages since it was tedious to encrypt the messages correctly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401" y="2291375"/>
            <a:ext cx="2979051" cy="278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Day Cryptography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Ciphers are used to rearrange unknown data, and help </a:t>
            </a:r>
            <a:r>
              <a:rPr lang="en">
                <a:solidFill>
                  <a:schemeClr val="dk1"/>
                </a:solidFill>
              </a:rPr>
              <a:t>make</a:t>
            </a:r>
            <a:r>
              <a:rPr lang="en">
                <a:solidFill>
                  <a:schemeClr val="dk1"/>
                </a:solidFill>
              </a:rPr>
              <a:t> it easier to understand in complex algorithms</a:t>
            </a:r>
            <a:endParaRPr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>
                <a:solidFill>
                  <a:schemeClr val="dk1"/>
                </a:solidFill>
              </a:rPr>
              <a:t>This creates a base for encryption allowing for several methods to be used for extra security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3375" y="2843100"/>
            <a:ext cx="3108925" cy="2072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Citations</a:t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“Transposition Cipher Techniques in Cryptography.” GeeksforGeeks, 23 July 2025,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https://www.geeksforgeeks.org/computer-networks/transposition-cipher-techniques-in-cryptography/</a:t>
            </a:r>
            <a:r>
              <a:rPr lang="en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“The History of Cryptography.” IBM, </a:t>
            </a:r>
            <a:r>
              <a:rPr lang="en" sz="1200" u="sng">
                <a:solidFill>
                  <a:schemeClr val="hlink"/>
                </a:solidFill>
                <a:hlinkClick r:id="rId4"/>
              </a:rPr>
              <a:t>https://www.ibm.com/think/topics/cryptography-history</a:t>
            </a:r>
            <a:r>
              <a:rPr lang="en" sz="1200">
                <a:solidFill>
                  <a:schemeClr val="dk1"/>
                </a:solidFill>
              </a:rPr>
              <a:t>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“Cryptography - Columnar Transposition.” Tutorials Point, </a:t>
            </a:r>
            <a:r>
              <a:rPr lang="en" sz="1200" u="sng">
                <a:solidFill>
                  <a:schemeClr val="hlink"/>
                </a:solidFill>
                <a:hlinkClick r:id="rId5"/>
              </a:rPr>
              <a:t>https://www.tutorialspoint.com/cryptography/cryptography_columnar_transposition.htm</a:t>
            </a:r>
            <a:r>
              <a:rPr lang="en" sz="1200">
                <a:solidFill>
                  <a:schemeClr val="dk1"/>
                </a:solidFill>
              </a:rPr>
              <a:t>. 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